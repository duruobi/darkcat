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/>
            </a:pPr>
            <a:r>
              <a:t>DarkCat 🐈‍⬛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Developer Automation CLI</a:t>
            </a:r>
          </a:p>
          <a:p>
            <a:r>
              <a:t>OEDX DIGITAL</a:t>
            </a:r>
          </a:p>
        </p:txBody>
      </p:sp>
      <p:pic>
        <p:nvPicPr>
          <p:cNvPr id="4" name="Picture 3" descr="pypi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2286000" cy="762000"/>
          </a:xfrm>
          <a:prstGeom prst="rect">
            <a:avLst/>
          </a:prstGeom>
        </p:spPr>
      </p:pic>
      <p:pic>
        <p:nvPicPr>
          <p:cNvPr id="5" name="Picture 4" descr="ci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200400"/>
            <a:ext cx="2286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50A0"/>
                </a:solidFill>
              </a:defRPr>
            </a:pPr>
            <a:r>
              <a:t>What is DarkCat?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• Terminal-based developer automation tool</a:t>
            </a:r>
          </a:p>
          <a:p>
            <a:r>
              <a:t>• Scaffolds projects, adds automation, and runs system checks</a:t>
            </a:r>
          </a:p>
          <a:p>
            <a:r>
              <a:t>• Designed for speed, modularity, and scalability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50A0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• Interactive wizard mode</a:t>
            </a:r>
          </a:p>
          <a:p>
            <a:r>
              <a:t>• Dynamic templates (web &amp; API)</a:t>
            </a:r>
          </a:p>
          <a:p>
            <a:r>
              <a:t>• Docker &amp; .env automation</a:t>
            </a:r>
          </a:p>
          <a:p>
            <a:r>
              <a:t>• System diagnostics (doctor)</a:t>
            </a:r>
          </a:p>
          <a:p>
            <a:r>
              <a:t>• Config file support (~/.darkcat.yaml)</a:t>
            </a:r>
          </a:p>
          <a:p>
            <a:r>
              <a:t>• Plugin system for extensions</a:t>
            </a:r>
          </a:p>
          <a:p>
            <a:r>
              <a:t>• Versioned &amp; PyPI installable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50A0"/>
                </a:solidFill>
              </a:defRPr>
            </a:pPr>
            <a:r>
              <a:t>How DarkCat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User runs CLI → Wizard / Init / Add / Doctor → Project scaffolded → Optional plugins loaded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50A0"/>
                </a:solidFill>
              </a:defRPr>
            </a:pPr>
            <a:r>
              <a:t>Commands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init       → Scaffold new projects</a:t>
            </a:r>
          </a:p>
          <a:p>
            <a:r>
              <a:t>wizard     → Guided interactive setup</a:t>
            </a:r>
          </a:p>
          <a:p>
            <a:r>
              <a:t>add        → Add Docker/env support</a:t>
            </a:r>
          </a:p>
          <a:p>
            <a:r>
              <a:t>doctor     → System diagnostics</a:t>
            </a:r>
          </a:p>
          <a:p>
            <a:r>
              <a:t>--version  → Show CLI version</a:t>
            </a:r>
          </a:p>
          <a:p>
            <a:r>
              <a:t>Plugins    → Extend CLI with external commands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50A0"/>
                </a:solidFill>
              </a:defRPr>
            </a:pPr>
            <a:r>
              <a:t>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pip install darkcat</a:t>
            </a:r>
          </a:p>
          <a:p>
            <a:r>
              <a:t>Test:</a:t>
            </a:r>
          </a:p>
          <a:p>
            <a:r>
              <a:t>darkcat --version</a:t>
            </a:r>
          </a:p>
          <a:p>
            <a:r>
              <a:t>darkcat wizard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50A0"/>
                </a:solidFill>
              </a:defRPr>
            </a:pPr>
            <a:r>
              <a:t>Config File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File: ~/.darkcat.yaml</a:t>
            </a:r>
          </a:p>
          <a:p>
            <a:r>
              <a:t>Example:</a:t>
            </a:r>
          </a:p>
          <a:p>
            <a:r>
              <a:t>default_template: default</a:t>
            </a:r>
          </a:p>
          <a:p>
            <a:r>
              <a:t>last_project_name: MyWebApp</a:t>
            </a:r>
          </a:p>
          <a:p>
            <a:r>
              <a:t>default_folder: ~/Projects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50A0"/>
                </a:solidFill>
              </a:defRPr>
            </a:pPr>
            <a:r>
              <a:t>Plugin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• Drop Python files into darkcat/plugins/</a:t>
            </a:r>
          </a:p>
          <a:p>
            <a:r>
              <a:t>• Each plugin defines a cli_command</a:t>
            </a:r>
          </a:p>
          <a:p>
            <a:r>
              <a:t>• Automatically registered with CLI</a:t>
            </a:r>
          </a:p>
          <a:p>
            <a:r>
              <a:t>Example:</a:t>
            </a:r>
          </a:p>
          <a:p>
            <a:r>
              <a:t>@click.command()</a:t>
            </a:r>
          </a:p>
          <a:p>
            <a:r>
              <a:t>def cli_command():</a:t>
            </a:r>
          </a:p>
          <a:p>
            <a:r>
              <a:t>    click.echo('🐈‍⬛ Plugin works!')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50A0"/>
                </a:solidFill>
              </a:defRPr>
            </a:pPr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• Fast CLI workflow</a:t>
            </a:r>
          </a:p>
          <a:p>
            <a:r>
              <a:t>• Modular &amp; extendable</a:t>
            </a:r>
          </a:p>
          <a:p>
            <a:r>
              <a:t>• CI/CD ready &amp; PyPI installable</a:t>
            </a:r>
          </a:p>
          <a:p>
            <a:r>
              <a:t>• Configurable via YAML</a:t>
            </a:r>
          </a:p>
          <a:p>
            <a:r>
              <a:t>• Portfolio-friendly &amp; repeatable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50A0"/>
                </a:solidFill>
              </a:defRPr>
            </a:pPr>
            <a:r>
              <a:t>Step-by-Step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1. darkcat --version</a:t>
            </a:r>
          </a:p>
          <a:p>
            <a:r>
              <a:t>2. darkcat wizard</a:t>
            </a:r>
          </a:p>
          <a:p>
            <a:r>
              <a:t>3. darkcat add docker --folder MyWebApp</a:t>
            </a:r>
          </a:p>
          <a:p>
            <a:r>
              <a:t>4. darkcat add env --folder MyWebApp</a:t>
            </a:r>
          </a:p>
          <a:p>
            <a:r>
              <a:t>5. darkcat doctor</a:t>
            </a:r>
          </a:p>
          <a:p>
            <a:r>
              <a:t>6. darkcat sample-plugin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50A0"/>
                </a:solidFill>
              </a:defRPr>
            </a:pPr>
            <a:r>
              <a:t>Roadmap /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• DarkCat Pro features</a:t>
            </a:r>
          </a:p>
          <a:p>
            <a:r>
              <a:t>• More templates &amp; themes</a:t>
            </a:r>
          </a:p>
          <a:p>
            <a:r>
              <a:t>• Auto-update checker</a:t>
            </a:r>
          </a:p>
          <a:p>
            <a:r>
              <a:t>• Enhanced plugin ecosystem</a:t>
            </a:r>
          </a:p>
          <a:p>
            <a:r>
              <a:t>• Web dashboard integration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50A0"/>
                </a:solidFill>
              </a:defRPr>
            </a:pPr>
            <a:r>
              <a:t>Contact /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GitHub: github.com/OEDX-DIGITAL/darkcat</a:t>
            </a:r>
          </a:p>
          <a:p>
            <a:r>
              <a:t>PyPI: pypi.org/project/darkcat</a:t>
            </a:r>
          </a:p>
          <a:p>
            <a:r>
              <a:t>Questions? Feedback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